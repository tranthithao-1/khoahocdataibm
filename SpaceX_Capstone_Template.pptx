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Repository 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Thêm URL repo của bạn ở đây</a:t>
            </a:r>
          </a:p>
          <a:p/>
          <a:p>
            <a:r>
              <a:t>[GitHub URL]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PDF Presentation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nội dung PDF THODD-Assignment.pdf</a:t>
            </a:r>
          </a:p>
          <a:p/>
          <a:p>
            <a:r>
              <a:t>[GitHub URL]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Tóm tắt workflow: SpaceX API → Web Scraping → Data Wrangling → EDA → Folium/Dash → ML Prediction</a:t>
            </a:r>
          </a:p>
          <a:p/>
          <a:p>
            <a:r>
              <a:t>[GitHub URL]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Background và problem statement</a:t>
            </a:r>
          </a:p>
          <a:p/>
          <a:p>
            <a:r>
              <a:t>[GitHub URL]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 – SpaceX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Chèn flowchart + key code snippet từ folder SpaceX-API</a:t>
            </a:r>
          </a:p>
          <a:p/>
          <a:p>
            <a:r>
              <a:t>[GitHub URL]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 – Web Scraping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Chèn flowchart / key steps từ folder Web-Scraping</a:t>
            </a:r>
          </a:p>
          <a:p/>
          <a:p>
            <a:r>
              <a:t>[GitHub URL]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Wrangling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Các bước clean/process/transform dữ liệu từ folder Data-Wrangling</a:t>
            </a:r>
          </a:p>
          <a:p/>
          <a:p>
            <a:r>
              <a:t>[GitHub URL]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with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charts từ EDA-with-Visualization</a:t>
            </a:r>
          </a:p>
          <a:p/>
          <a:p>
            <a:r>
              <a:t>[GitHub URL]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with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queries summary + results từ EDA with SQL</a:t>
            </a:r>
          </a:p>
          <a:p/>
          <a:p>
            <a:r>
              <a:t>[GitHub URL]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Visual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 &amp; dashboard từ Folium + Plotly Dash</a:t>
            </a:r>
          </a:p>
          <a:p/>
          <a:p>
            <a:r>
              <a:t>[GitHub URL]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Scatter plots, bar charts, yearly trends từ EDA-with-Visualization</a:t>
            </a:r>
          </a:p>
          <a:p/>
          <a:p>
            <a:r>
              <a:t>[GitHub URL]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SQL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sites, payloads, success rates, rankings, time analysis từ EDA with SQL</a:t>
            </a:r>
          </a:p>
          <a:p/>
          <a:p>
            <a:r>
              <a:t>[GitHub URL]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Folium Map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Markers, launch records, proximity analysis từ Folium</a:t>
            </a:r>
          </a:p>
          <a:p/>
          <a:p>
            <a:r>
              <a:t>[GitHub URL]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Plotly Dash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 pie chart, payload vs launch outcome scatter từ EDA-with-Visualization</a:t>
            </a:r>
          </a:p>
          <a:p/>
          <a:p>
            <a:r>
              <a:t>[GitHub URL]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Analysis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models, evaluation, confusion matrix, accuracy/F1, ROC curve, highlight best model từ SpaceX_Machine_Learning_Part_5.ipynb</a:t>
            </a:r>
          </a:p>
          <a:p/>
          <a:p>
            <a:r>
              <a:t>[GitHub URL]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